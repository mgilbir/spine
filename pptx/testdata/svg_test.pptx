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21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DB7DD-69DD-0CE5-984C-98F04CB64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BBED60-BBD9-BFB6-6B72-3CAC10FD08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5EEB5-969F-8AEF-E527-44F04FDA0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4A69C-0EFD-4640-AF6B-134BE40AABC1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D4D23-4F7F-D87C-F21F-D6E6D68AD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9A018-3C4D-9CC1-A855-6D38275B3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B05B-058D-314D-B5FA-5CDBE8B59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72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74D85-9E66-0F01-A48D-39738660F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FD796-939A-281C-0ACC-9955888E4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B4DE4-A717-C08D-85E8-6C7FC5204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4A69C-0EFD-4640-AF6B-134BE40AABC1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7D2C7-B01F-AA7C-EA52-9EBE0464E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E4514-2DAD-E8AF-BE7F-0D0CA14E6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B05B-058D-314D-B5FA-5CDBE8B59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2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BA0E9-EE5D-A524-4675-7F2BB559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AE0A1-146E-52EC-35A6-EB5C1C8A8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36599-5044-93F0-DBBC-BE059DFEF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4A69C-0EFD-4640-AF6B-134BE40AABC1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7FBF2-68D7-0CAF-C094-D0A36DD4C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2703A-04A6-8A49-DBE4-7B33E4779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B05B-058D-314D-B5FA-5CDBE8B59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310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29B70-E299-8756-99BB-9CF9D930C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1E28F-98AB-750A-1471-B5D1A1A6F8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CB6F0-EFEB-1790-95F9-87C448E26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101E81-95A6-76CF-1F57-95E604483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4A69C-0EFD-4640-AF6B-134BE40AABC1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6CE84-4F23-28C8-991E-ABFCC1EF4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C69E26-69A9-E69C-024A-2331047D0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B05B-058D-314D-B5FA-5CDBE8B59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709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B3DD3-CA79-5EA5-6FA0-24A5D2389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4165B-AAF9-ADB1-E7C0-1BF58028E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019E4A-F031-B8D7-364A-804CE5CB7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37BF0B-9B3C-281A-34E8-959D99EFC1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88244E-C581-05D7-7950-9342684D60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D66383-10CF-0702-E6C9-370603E7B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4A69C-0EFD-4640-AF6B-134BE40AABC1}" type="datetimeFigureOut">
              <a:rPr lang="en-US" smtClean="0"/>
              <a:t>5/15/26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7A09E7-08F4-012B-3122-4B428884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BE6B83-4E8F-306B-801D-C107B8460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B05B-058D-314D-B5FA-5CDBE8B59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19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8A802-26B9-43C6-422A-31AA8F594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8310C-AD36-B4DF-A249-F41193C91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4A69C-0EFD-4640-AF6B-134BE40AABC1}" type="datetimeFigureOut">
              <a:rPr lang="en-US" smtClean="0"/>
              <a:t>5/15/26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7CBF1-E7C4-CAAF-A12D-D33F60908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CE9AD-4679-4AEA-B355-9AFF7C49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B05B-058D-314D-B5FA-5CDBE8B59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057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7E37D4-DB71-312F-3354-4F00709B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4A69C-0EFD-4640-AF6B-134BE40AABC1}" type="datetimeFigureOut">
              <a:rPr lang="en-US" smtClean="0"/>
              <a:t>5/15/26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28FA51-0ADE-94A5-2D51-92F98DCE1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04AFB-2D6B-EE6C-CB8A-F04D08CAE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B05B-058D-314D-B5FA-5CDBE8B59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407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3FF1C-AE87-D6DB-73CB-A7F368B75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D40EB-C197-A995-91F3-B38FBA452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FCD915-46DE-F326-6937-DB3990138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B1373-9FA8-E1A9-D5A5-62D30E18D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4A69C-0EFD-4640-AF6B-134BE40AABC1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E6C91-ADD3-6E67-6682-B9B12710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2CC4A-744F-3155-09BE-C07CC2F76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B05B-058D-314D-B5FA-5CDBE8B59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014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495E6-D6BE-815F-3A72-87FC71949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94F6D9-EAEC-AACE-6CBF-58683D0003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9421CD-715D-491F-D8C2-D7030C07A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DBD3FE-BAEA-566D-B582-32F59FB08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4A69C-0EFD-4640-AF6B-134BE40AABC1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78990-FB07-8DE0-CC88-7B3A1B953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2EAFD-05F9-0893-9A95-1FF7696A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B05B-058D-314D-B5FA-5CDBE8B59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2C5BB-B2E1-8419-8063-6C8A397B3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A324BC-0746-69BE-00FC-95EB0A5251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8314B-AFE8-6151-B6C0-99C5B803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4A69C-0EFD-4640-AF6B-134BE40AABC1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8A7A5-38C2-B934-097B-FC69168C9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B1D6A-436F-E1D8-54AF-E6E57669F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B05B-058D-314D-B5FA-5CDBE8B59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58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B95891-EC35-FC6A-A8D7-78D478CC1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D7EBA-6246-9A3A-937D-DAB33B0755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208E6-FBA3-47B0-BF4A-ABB04C1B3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4A69C-0EFD-4640-AF6B-134BE40AABC1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7AA44-C9EA-B460-FB65-E7AEC8036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5A5F5-B5CF-FB93-ED14-70FDD690A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B05B-058D-314D-B5FA-5CDBE8B59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31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A33DA4-BCFC-06F6-6F8F-0B73EFC8E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11247-83AC-096F-27D7-46447206C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6740A-F814-A989-9B29-EB06CF6D65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34A69C-0EFD-4640-AF6B-134BE40AABC1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53F5D-6950-9B6E-E9A4-7AB3E49A10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F2968-EDC5-424D-6629-C6F2EEA99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0B05B-058D-314D-B5FA-5CDBE8B59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871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5E8FC-648E-FB48-60F0-CD4EB2F7F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SVG test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768FD6-5DA5-91AC-BE60-209E48B1E1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38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SVG 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Pablo Rivas Salmón</dc:creator>
  <cp:lastModifiedBy>Pablo Rivas Salmón</cp:lastModifiedBy>
  <cp:revision>1</cp:revision>
  <dcterms:created xsi:type="dcterms:W3CDTF">2026-05-15T11:33:42Z</dcterms:created>
  <dcterms:modified xsi:type="dcterms:W3CDTF">2026-05-15T11:34:59Z</dcterms:modified>
</cp:coreProperties>
</file>